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type="screen4x3" cy="6858000" cx="9144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2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4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1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2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2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/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7727"/>
          </a:bodyPr>
          <a:p>
            <a:r>
              <a:t>Banking Decision Support System Using Data Warehouse</a:t>
            </a: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>
              <a:defRPr sz="2000"/>
            </a:pPr>
            <a:r>
              <a:t>Presented by: G. Tejasree</a:t>
            </a:r>
            <a:br/>
            <a:r>
              <a:t>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/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Introduction</a:t>
            </a: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000"/>
            </a:pPr>
            <a:r>
              <a:t>• Banking Decision Support System (DSS) is a computer-based system that assists managers in making strategic and operational decisions.</a:t>
            </a:r>
            <a:br/>
            <a:r>
              <a:t>• A Data Warehouse stores integrated historical data collected from multiple banking sources.</a:t>
            </a:r>
            <a:br/>
            <a:r>
              <a:t>• It enables analysis, reporting, forecasting, and performance monitoring.</a:t>
            </a:r>
            <a:br/>
            <a:r>
              <a:t>• Helps improve customer service and business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/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Need for Data Warehouse</a:t>
            </a: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000"/>
            </a:pPr>
            <a:r>
              <a:t>• Combines data from branches, ATMs, internet banking and mobile banking.</a:t>
            </a:r>
            <a:br/>
            <a:r>
              <a:t>• Eliminates duplicate and inconsistent data.</a:t>
            </a:r>
            <a:br/>
            <a:r>
              <a:t>• Provides a single source of truth.</a:t>
            </a:r>
            <a:br/>
            <a:r>
              <a:t>• Supports Business Intelligence (BI).</a:t>
            </a:r>
            <a:br/>
            <a:r>
              <a:t>• Enables quick access to historical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/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Objectives</a:t>
            </a:r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000"/>
            </a:pPr>
            <a:r>
              <a:t>• Centralize banking data.</a:t>
            </a:r>
            <a:br/>
            <a:r>
              <a:t>• Improve decision-making.</a:t>
            </a:r>
            <a:br/>
            <a:r>
              <a:t>• Analyze customer transactions.</a:t>
            </a:r>
            <a:br/>
            <a:r>
              <a:t>• Detect fraud patterns.</a:t>
            </a:r>
            <a:br/>
            <a:r>
              <a:t>• Generate accurate reports.</a:t>
            </a:r>
            <a:br/>
            <a:r>
              <a:t>• Improve operational efficiency.</a:t>
            </a:r>
            <a:br/>
            <a:r>
              <a:t>• Support strategic planning.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/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Architecture</a:t>
            </a:r>
          </a:p>
        </p:txBody>
      </p:sp>
      <p:sp>
        <p:nvSpPr>
          <p:cNvPr id="104860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000"/>
            </a:pPr>
            <a:r>
              <a:t>Data Sources:</a:t>
            </a:r>
            <a:br/>
            <a:r>
              <a:t>• ATM</a:t>
            </a:r>
            <a:br/>
            <a:r>
              <a:t>• Core Banking</a:t>
            </a:r>
            <a:br/>
            <a:r>
              <a:t>• Mobile Banking</a:t>
            </a:r>
            <a:br/>
            <a:r>
              <a:t>• Internet Banking</a:t>
            </a:r>
            <a:br/>
            <a:r>
              <a:t>• Loan System</a:t>
            </a:r>
            <a:br/>
            <a:br/>
            <a:r>
              <a:t>ETL → Data Warehouse → OLAP → Dashboards → Decision Makers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/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ETL Process</a:t>
            </a:r>
          </a:p>
        </p:txBody>
      </p:sp>
      <p:sp>
        <p:nvSpPr>
          <p:cNvPr id="104860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000"/>
            </a:pPr>
            <a:r>
              <a:t>Extract:</a:t>
            </a:r>
            <a:br/>
            <a:r>
              <a:t>• Collect customer, account and transaction data.</a:t>
            </a:r>
            <a:br/>
            <a:br/>
            <a:r>
              <a:t>Transform:</a:t>
            </a:r>
            <a:br/>
            <a:r>
              <a:t>• Remove duplicates</a:t>
            </a:r>
            <a:br/>
            <a:r>
              <a:t>• Correct errors</a:t>
            </a:r>
            <a:br/>
            <a:r>
              <a:t>• Standardize formats</a:t>
            </a:r>
            <a:br/>
            <a:br/>
            <a:r>
              <a:t>Load:</a:t>
            </a:r>
            <a:br/>
            <a:r>
              <a:t>• Store processed data into Data Warehouse.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/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Data Warehouse Model</a:t>
            </a:r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000"/>
            </a:pPr>
            <a:r>
              <a:t>Fact Table:</a:t>
            </a:r>
            <a:br/>
            <a:r>
              <a:t>• Transactions</a:t>
            </a:r>
            <a:br/>
            <a:r>
              <a:t>• Deposits</a:t>
            </a:r>
            <a:br/>
            <a:r>
              <a:t>• Loans</a:t>
            </a:r>
            <a:br/>
            <a:br/>
            <a:r>
              <a:t>Dimension Tables:</a:t>
            </a:r>
            <a:br/>
            <a:r>
              <a:t>• Customer</a:t>
            </a:r>
            <a:br/>
            <a:r>
              <a:t>• Branch</a:t>
            </a:r>
            <a:br/>
            <a:r>
              <a:t>• Account</a:t>
            </a:r>
            <a:br/>
            <a:r>
              <a:t>• Time</a:t>
            </a:r>
            <a:br/>
            <a:r>
              <a:t>• Loan Type</a:t>
            </a:r>
            <a:br/>
            <a:br/>
            <a:r>
              <a:t>Star Schema provides faster querying.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/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OLAP &amp; Applications</a:t>
            </a:r>
          </a:p>
        </p:txBody>
      </p:sp>
      <p:sp>
        <p:nvSpPr>
          <p:cNvPr id="104860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000"/>
            </a:pPr>
            <a:r>
              <a:t>OLAP Operations:</a:t>
            </a:r>
            <a:br/>
            <a:r>
              <a:t>• Roll-Up</a:t>
            </a:r>
            <a:br/>
            <a:r>
              <a:t>• Drill-Down</a:t>
            </a:r>
            <a:br/>
            <a:r>
              <a:t>• Slice</a:t>
            </a:r>
            <a:br/>
            <a:r>
              <a:t>• Dice</a:t>
            </a:r>
            <a:br/>
            <a:r>
              <a:t>• Pivot</a:t>
            </a:r>
            <a:br/>
            <a:br/>
            <a:r>
              <a:t>Applications:</a:t>
            </a:r>
            <a:br/>
            <a:r>
              <a:t>• Loan approval</a:t>
            </a:r>
            <a:br/>
            <a:r>
              <a:t>• Fraud detection</a:t>
            </a:r>
            <a:br/>
            <a:r>
              <a:t>• Customer analysis</a:t>
            </a:r>
            <a:br/>
            <a:r>
              <a:t>• Branch performance</a:t>
            </a:r>
            <a:br/>
            <a:r>
              <a:t>• Financial reporting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/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Advantages</a:t>
            </a:r>
          </a:p>
        </p:txBody>
      </p:sp>
      <p:sp>
        <p:nvSpPr>
          <p:cNvPr id="104860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000"/>
            </a:pPr>
            <a:r>
              <a:t>• Faster business decisions</a:t>
            </a:r>
            <a:br/>
            <a:r>
              <a:t>• Better customer satisfaction</a:t>
            </a:r>
            <a:br/>
            <a:r>
              <a:t>• Accurate reporting</a:t>
            </a:r>
            <a:br/>
            <a:r>
              <a:t>• Risk analysis</a:t>
            </a:r>
            <a:br/>
            <a:r>
              <a:t>• Fraud detection</a:t>
            </a:r>
            <a:br/>
            <a:r>
              <a:t>• Trend forecasting</a:t>
            </a:r>
            <a:br/>
            <a:r>
              <a:t>• Improved productivity</a:t>
            </a:r>
            <a:br/>
            <a:r>
              <a:t>• Efficient resource utilization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/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Challenges &amp; Conclusion</a:t>
            </a:r>
          </a:p>
        </p:txBody>
      </p:sp>
      <p:sp>
        <p:nvSpPr>
          <p:cNvPr id="104861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000"/>
            </a:pPr>
            <a:r>
              <a:t>Challenges:</a:t>
            </a:r>
            <a:br/>
            <a:r>
              <a:t>• High implementation cost</a:t>
            </a:r>
            <a:br/>
            <a:r>
              <a:t>• Data security</a:t>
            </a:r>
            <a:br/>
            <a:r>
              <a:t>• Large storage requirements</a:t>
            </a:r>
            <a:br/>
            <a:r>
              <a:t>• ETL complexity</a:t>
            </a:r>
            <a:br/>
            <a:br/>
            <a:r>
              <a:t>Conclusion:</a:t>
            </a:r>
            <a:br/>
            <a:r>
              <a:t>A Banking DSS using a Data Warehouse transforms raw banking data into meaningful insights, enabling informed decisions, improved efficiency, and better customer service.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V2404</dc:creator>
  <cp:lastModifiedBy>Steve Canny</cp:lastModifiedBy>
  <dcterms:created xsi:type="dcterms:W3CDTF">2013-01-26T22:14:16Z</dcterms:created>
  <dcterms:modified xsi:type="dcterms:W3CDTF">2026-07-31T18:25:39Z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7da38e39498f4ae9b386b430e1cae771_23</vt:lpwstr>
  </property>
</Properties>
</file>